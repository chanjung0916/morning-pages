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17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06640" y="-457200"/>
            <a:ext cx="2560320" cy="2560320"/>
          </a:xfrm>
          <a:prstGeom prst="ellipse">
            <a:avLst/>
          </a:prstGeom>
          <a:solidFill>
            <a:srgbClr val="CC785C">
              <a:alpha val="90000"/>
            </a:srgbClr>
          </a:solidFill>
          <a:ln w="12700">
            <a:solidFill>
              <a:srgbClr val="CC78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-91440"/>
            <a:ext cx="1645920" cy="1645920"/>
          </a:xfrm>
          <a:prstGeom prst="ellipse">
            <a:avLst/>
          </a:prstGeom>
          <a:solidFill>
            <a:srgbClr val="181715"/>
          </a:solidFill>
          <a:ln w="12700">
            <a:solidFill>
              <a:srgbClr val="18171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572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C78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FINAL PRESENTATION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Morning Pages ☀️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9D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매일 아침 2~3분, 오늘의 나를 내가 정한다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286000"/>
            <a:ext cx="8229600" cy="10973"/>
          </a:xfrm>
          <a:prstGeom prst="rect">
            <a:avLst/>
          </a:prstGeom>
          <a:solidFill>
            <a:srgbClr val="2A2724"/>
          </a:solidFill>
          <a:ln w="12700">
            <a:solidFill>
              <a:srgbClr val="2A272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3774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B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  앱프로그래밍응용  |  최종 발표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788920"/>
            <a:ext cx="1554480" cy="292608"/>
          </a:xfrm>
          <a:prstGeom prst="rect">
            <a:avLst>
              <a:gd name="adj" fmla="val 50000"/>
            </a:avLst>
          </a:prstGeom>
          <a:solidFill>
            <a:srgbClr val="242220"/>
          </a:solidFill>
          <a:ln w="12700">
            <a:solidFill>
              <a:srgbClr val="3A36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78892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09D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📱 React Native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121408" y="2788920"/>
            <a:ext cx="1554480" cy="292608"/>
          </a:xfrm>
          <a:prstGeom prst="rect">
            <a:avLst>
              <a:gd name="adj" fmla="val 50000"/>
            </a:avLst>
          </a:prstGeom>
          <a:solidFill>
            <a:srgbClr val="242220"/>
          </a:solidFill>
          <a:ln w="12700">
            <a:solidFill>
              <a:srgbClr val="3A36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21408" y="278892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09D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🔷 TypeScript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785616" y="2788920"/>
            <a:ext cx="1554480" cy="292608"/>
          </a:xfrm>
          <a:prstGeom prst="rect">
            <a:avLst>
              <a:gd name="adj" fmla="val 50000"/>
            </a:avLst>
          </a:prstGeom>
          <a:solidFill>
            <a:srgbClr val="242220"/>
          </a:solidFill>
          <a:ln w="12700">
            <a:solidFill>
              <a:srgbClr val="3A36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85616" y="278892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09D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💾 AsyncStorage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449824" y="2788920"/>
            <a:ext cx="1554480" cy="292608"/>
          </a:xfrm>
          <a:prstGeom prst="rect">
            <a:avLst>
              <a:gd name="adj" fmla="val 50000"/>
            </a:avLst>
          </a:prstGeom>
          <a:solidFill>
            <a:srgbClr val="242220"/>
          </a:solidFill>
          <a:ln w="12700">
            <a:solidFill>
              <a:srgbClr val="3A36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49824" y="278892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09D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🏛 Layered Architecture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7114032" y="2788920"/>
            <a:ext cx="1554480" cy="292608"/>
          </a:xfrm>
          <a:prstGeom prst="rect">
            <a:avLst>
              <a:gd name="adj" fmla="val 50000"/>
            </a:avLst>
          </a:prstGeom>
          <a:solidFill>
            <a:srgbClr val="242220"/>
          </a:solidFill>
          <a:ln w="12700">
            <a:solidFill>
              <a:srgbClr val="3A36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14032" y="278892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09D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✅ 테스트 11개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7772400" y="489204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C78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morning pages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C78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CHAPTER 01  —  비전 &amp; 문제 정의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41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왜 만들었나?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6A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매일이 똑같고 반복되는 하루, 하지만 시간은 앞으로 나아간다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8229600" cy="10973"/>
          </a:xfrm>
          <a:prstGeom prst="rect">
            <a:avLst/>
          </a:prstGeom>
          <a:solidFill>
            <a:srgbClr val="DDD8CF"/>
          </a:solidFill>
          <a:ln w="12700">
            <a:solidFill>
              <a:srgbClr val="DDD8C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97280"/>
            <a:ext cx="45720" cy="457200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0972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14141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"매일 아침 2~3분, 오늘의 나를 내가 정하는 시간"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719072"/>
            <a:ext cx="4160520" cy="1207008"/>
          </a:xfrm>
          <a:prstGeom prst="rect">
            <a:avLst/>
          </a:prstGeom>
          <a:solidFill>
            <a:srgbClr val="EFE9DE"/>
          </a:solidFill>
          <a:ln w="12700">
            <a:solidFill>
              <a:srgbClr val="EFE9D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719072"/>
            <a:ext cx="50292" cy="1207008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81051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78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204825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41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📓 종이 일기 — 휴대 불편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2313432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6A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가방에 넣고 다녀야 하고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C6A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분실하면 모두 사라진다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828032" y="1719072"/>
            <a:ext cx="4160520" cy="1207008"/>
          </a:xfrm>
          <a:prstGeom prst="rect">
            <a:avLst/>
          </a:prstGeom>
          <a:solidFill>
            <a:srgbClr val="EFE9DE"/>
          </a:solidFill>
          <a:ln w="12700">
            <a:solidFill>
              <a:srgbClr val="EFE9D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28032" y="1719072"/>
            <a:ext cx="50292" cy="1207008"/>
          </a:xfrm>
          <a:prstGeom prst="rect">
            <a:avLst/>
          </a:prstGeom>
          <a:solidFill>
            <a:srgbClr val="E8A55A"/>
          </a:solidFill>
          <a:ln w="12700">
            <a:solidFill>
              <a:srgbClr val="E8A5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65192" y="181051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65192" y="204825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41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📝 메모앱 — 무엇을 써야 할지 모름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65192" y="2313432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6A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빈 화면 앞에서 멈추는 경험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C6A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주제 제안이 없다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3072384"/>
            <a:ext cx="4160520" cy="1207008"/>
          </a:xfrm>
          <a:prstGeom prst="rect">
            <a:avLst/>
          </a:prstGeom>
          <a:solidFill>
            <a:srgbClr val="EFE9DE"/>
          </a:solidFill>
          <a:ln w="12700">
            <a:solidFill>
              <a:srgbClr val="EFE9D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072384"/>
            <a:ext cx="50292" cy="1207008"/>
          </a:xfrm>
          <a:prstGeom prst="rect">
            <a:avLst/>
          </a:prstGeom>
          <a:solidFill>
            <a:srgbClr val="5DB8A6"/>
          </a:solidFill>
          <a:ln w="12700">
            <a:solidFill>
              <a:srgbClr val="5DB8A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16382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DB8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94360" y="340156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41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🔔 습관 형성 어려움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94360" y="3666744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6A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유도하는 알림·루틴이 없어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C6A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금방 잊어버린다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828032" y="3072384"/>
            <a:ext cx="4160520" cy="1207008"/>
          </a:xfrm>
          <a:prstGeom prst="rect">
            <a:avLst/>
          </a:prstGeom>
          <a:solidFill>
            <a:srgbClr val="EFE9DE"/>
          </a:solidFill>
          <a:ln w="12700">
            <a:solidFill>
              <a:srgbClr val="EFE9D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28032" y="3072384"/>
            <a:ext cx="50292" cy="1207008"/>
          </a:xfrm>
          <a:prstGeom prst="rect">
            <a:avLst/>
          </a:prstGeom>
          <a:solidFill>
            <a:srgbClr val="A09D96"/>
          </a:solidFill>
          <a:ln w="12700">
            <a:solidFill>
              <a:srgbClr val="A09D9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65192" y="316382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09D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965192" y="340156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41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🔍 과거 기록 탐색 불편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65192" y="3666744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6A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날짜·주제별 과거 일기를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C6A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찾기 어렵다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57200" y="4846320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8B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morning pages  |  앱프로그래밍응용 최종 발표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E8B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C78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CHAPTER 02  —  주요 기능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41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완성된 주요 기능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6A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오프라인 완전 동작 · 100% 로컬 저장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8229600" cy="10973"/>
          </a:xfrm>
          <a:prstGeom prst="rect">
            <a:avLst/>
          </a:prstGeom>
          <a:solidFill>
            <a:srgbClr val="DDD8CF"/>
          </a:solidFill>
          <a:ln w="12700">
            <a:solidFill>
              <a:srgbClr val="DDD8C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15568"/>
            <a:ext cx="2743200" cy="1627632"/>
          </a:xfrm>
          <a:prstGeom prst="rect">
            <a:avLst/>
          </a:prstGeom>
          <a:solidFill>
            <a:srgbClr val="EFE9DE"/>
          </a:solidFill>
          <a:ln w="12700">
            <a:solidFill>
              <a:srgbClr val="EFE9D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26187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✍️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21792" y="166420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41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아침 일기 작성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21792" y="1984248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6A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날짜별 일기 작성 · 수정 · 삭제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C6A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오늘의 주제 프롬프트 제공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337560" y="1115568"/>
            <a:ext cx="2743200" cy="1627632"/>
          </a:xfrm>
          <a:prstGeom prst="rect">
            <a:avLst/>
          </a:prstGeom>
          <a:solidFill>
            <a:srgbClr val="EFE9DE"/>
          </a:solidFill>
          <a:ln w="12700">
            <a:solidFill>
              <a:srgbClr val="EFE9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02152" y="126187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✨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502152" y="166420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41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주제 생성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502152" y="1984248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6A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ChatGPT/Claude에 보낼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C6A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프롬프트 자동 생성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217920" y="1115568"/>
            <a:ext cx="2743200" cy="1627632"/>
          </a:xfrm>
          <a:prstGeom prst="rect">
            <a:avLst/>
          </a:prstGeom>
          <a:solidFill>
            <a:srgbClr val="EFE9DE"/>
          </a:solidFill>
          <a:ln w="12700">
            <a:solidFill>
              <a:srgbClr val="EFE9D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82512" y="126187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📊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382512" y="166420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41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잔디 기여 그래프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82512" y="1984248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6A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연간 작성 현황 시각화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C6A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날짜 탭으로 바로 이동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2898648"/>
            <a:ext cx="2743200" cy="1627632"/>
          </a:xfrm>
          <a:prstGeom prst="rect">
            <a:avLst/>
          </a:prstGeom>
          <a:solidFill>
            <a:srgbClr val="EFE9DE"/>
          </a:solidFill>
          <a:ln w="12700">
            <a:solidFill>
              <a:srgbClr val="EFE9D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" y="304495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★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21792" y="344728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41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즐겨찾기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1792" y="3767328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6A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마음에 드는 일기 별표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C6A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카테고리 필터 제공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337560" y="2898648"/>
            <a:ext cx="2743200" cy="1627632"/>
          </a:xfrm>
          <a:prstGeom prst="rect">
            <a:avLst/>
          </a:prstGeom>
          <a:solidFill>
            <a:srgbClr val="EFE9DE"/>
          </a:solidFill>
          <a:ln w="12700">
            <a:solidFill>
              <a:srgbClr val="EFE9D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02152" y="304495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📅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3502152" y="344728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41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캘린더 &amp; 기록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502152" y="3767328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6A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월별 캘린더 뷰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C6A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연도·월 2단계 필터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217920" y="2898648"/>
            <a:ext cx="2743200" cy="1627632"/>
          </a:xfrm>
          <a:prstGeom prst="rect">
            <a:avLst/>
          </a:prstGeom>
          <a:solidFill>
            <a:srgbClr val="EFE9DE"/>
          </a:solidFill>
          <a:ln w="12700">
            <a:solidFill>
              <a:srgbClr val="EFE9D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82512" y="304495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🔔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382512" y="344728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41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알림 &amp; 설정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382512" y="3767328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6A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매일 정해진 시간 알림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C6A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다크모드 · 폰트 크기 설정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57200" y="4846320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8B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morning pages  |  앱프로그래밍응용 최종 발표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E8B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C78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CHAPTER 03  —  아키텍처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41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아키텍처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6A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Layered Architecture + MVVM — 단방향 의존, 레이어 격리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8229600" cy="10973"/>
          </a:xfrm>
          <a:prstGeom prst="rect">
            <a:avLst/>
          </a:prstGeom>
          <a:solidFill>
            <a:srgbClr val="DDD8CF"/>
          </a:solidFill>
          <a:ln w="12700">
            <a:solidFill>
              <a:srgbClr val="DDD8C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15568"/>
            <a:ext cx="1901952" cy="2286000"/>
          </a:xfrm>
          <a:prstGeom prst="rect">
            <a:avLst/>
          </a:prstGeom>
          <a:solidFill>
            <a:srgbClr val="EFE9DE"/>
          </a:solidFill>
          <a:ln w="12700">
            <a:solidFill>
              <a:srgbClr val="EFE9D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15568"/>
            <a:ext cx="1901952" cy="64008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34440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📱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1737360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41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Presentation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048256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C6A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Screens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C6A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Components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359152" y="2011680"/>
            <a:ext cx="164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78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523744" y="1115568"/>
            <a:ext cx="1901952" cy="2286000"/>
          </a:xfrm>
          <a:prstGeom prst="rect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23744" y="1115568"/>
            <a:ext cx="1901952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23744" y="1234440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⚙️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523744" y="1737360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41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Application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523744" y="2048256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C6A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Context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C6A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ViewModel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425696" y="2011680"/>
            <a:ext cx="164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78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90288" y="1115568"/>
            <a:ext cx="1901952" cy="2286000"/>
          </a:xfrm>
          <a:prstGeom prst="rect">
            <a:avLst/>
          </a:prstGeom>
          <a:solidFill>
            <a:srgbClr val="FCE7F3"/>
          </a:solidFill>
          <a:ln w="12700">
            <a:solidFill>
              <a:srgbClr val="FCE7F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90288" y="1115568"/>
            <a:ext cx="1901952" cy="6400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90288" y="1234440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🎯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590288" y="1737360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41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Domain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90288" y="2048256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C6A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UseCase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C6A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Entity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492240" y="2011680"/>
            <a:ext cx="164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78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656832" y="1115568"/>
            <a:ext cx="1901952" cy="2286000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656832" y="1115568"/>
            <a:ext cx="1901952" cy="64008"/>
          </a:xfrm>
          <a:prstGeom prst="rect">
            <a:avLst/>
          </a:prstGeom>
          <a:solidFill>
            <a:srgbClr val="E8A55A"/>
          </a:solidFill>
          <a:ln w="12700">
            <a:solidFill>
              <a:srgbClr val="E8A55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56832" y="1234440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💾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656832" y="1737360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41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Data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656832" y="2048256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C6A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Repository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C6A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AsyncStorage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57200" y="3520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C6A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사용자 인터랙션  →  화면 렌더링  →  비즈니스 로직  →  데이터 저장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3886200"/>
            <a:ext cx="8229600" cy="530352"/>
          </a:xfrm>
          <a:prstGeom prst="rect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388620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5F4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✅  Domain 레이어는 React Native 없이 Jest만으로 단위 테스트 가능  —  11개 통과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57200" y="4846320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8B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morning pages  |  앱프로그래밍응용 최종 발표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E8B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C78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CHAPTER 03  —  기술 스택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41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기술 스택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6A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단일 코드베이스 · 오프라인 우선 설계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8229600" cy="10973"/>
          </a:xfrm>
          <a:prstGeom prst="rect">
            <a:avLst/>
          </a:prstGeom>
          <a:solidFill>
            <a:srgbClr val="DDD8CF"/>
          </a:solidFill>
          <a:ln w="12700">
            <a:solidFill>
              <a:srgbClr val="DDD8C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15568"/>
            <a:ext cx="2743200" cy="1536192"/>
          </a:xfrm>
          <a:prstGeom prst="rect">
            <a:avLst/>
          </a:prstGeom>
          <a:solidFill>
            <a:srgbClr val="EFE9DE"/>
          </a:solidFill>
          <a:ln w="12700">
            <a:solidFill>
              <a:srgbClr val="EFE9D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2801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⚛️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70432" y="12801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1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React Native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70432" y="159105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6A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iOS · Android 동시 지원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337560" y="1115568"/>
            <a:ext cx="2743200" cy="1536192"/>
          </a:xfrm>
          <a:prstGeom prst="rect">
            <a:avLst/>
          </a:prstGeom>
          <a:solidFill>
            <a:srgbClr val="EFE9DE"/>
          </a:solidFill>
          <a:ln w="12700">
            <a:solidFill>
              <a:srgbClr val="EFE9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02152" y="12801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📦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050792" y="12801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1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Expo SDK 54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050792" y="159105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6A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빠른 개발 · 빌드 · 배포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217920" y="1115568"/>
            <a:ext cx="2743200" cy="1536192"/>
          </a:xfrm>
          <a:prstGeom prst="rect">
            <a:avLst/>
          </a:prstGeom>
          <a:solidFill>
            <a:srgbClr val="EFE9DE"/>
          </a:solidFill>
          <a:ln w="12700">
            <a:solidFill>
              <a:srgbClr val="EFE9D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82512" y="12801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🔷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931152" y="12801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1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TypeScript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931152" y="159105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6A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타입 안전성 보장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2807208"/>
            <a:ext cx="2743200" cy="1536192"/>
          </a:xfrm>
          <a:prstGeom prst="rect">
            <a:avLst/>
          </a:prstGeom>
          <a:solidFill>
            <a:srgbClr val="EFE9DE"/>
          </a:solidFill>
          <a:ln w="12700">
            <a:solidFill>
              <a:srgbClr val="EFE9D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" y="29718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🗂️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170432" y="29718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1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expo-router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70432" y="328269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6A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파일 기반 라우팅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337560" y="2807208"/>
            <a:ext cx="2743200" cy="1536192"/>
          </a:xfrm>
          <a:prstGeom prst="rect">
            <a:avLst/>
          </a:prstGeom>
          <a:solidFill>
            <a:srgbClr val="EFE9DE"/>
          </a:solidFill>
          <a:ln w="12700">
            <a:solidFill>
              <a:srgbClr val="EFE9D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02152" y="29718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💾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050792" y="29718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1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AsyncStorage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050792" y="328269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6A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완전 오프라인 동작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217920" y="2807208"/>
            <a:ext cx="2743200" cy="1536192"/>
          </a:xfrm>
          <a:prstGeom prst="rect">
            <a:avLst/>
          </a:prstGeom>
          <a:solidFill>
            <a:srgbClr val="EFE9DE"/>
          </a:solidFill>
          <a:ln w="12700">
            <a:solidFill>
              <a:srgbClr val="EFE9D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82512" y="29718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🧪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931152" y="29718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1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Jest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931152" y="328269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6A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UseCase · Repository 단위 테스트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57200" y="4846320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8B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morning pages  |  앱프로그래밍응용 최종 발표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E8B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C78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CHAPTER 04  —  WBS 완료 현황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41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WBS — 14주 개발 완료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6A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기획부터 배포 문서까지 전 단계 완성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8229600" cy="10973"/>
          </a:xfrm>
          <a:prstGeom prst="rect">
            <a:avLst/>
          </a:prstGeom>
          <a:solidFill>
            <a:srgbClr val="DDD8CF"/>
          </a:solidFill>
          <a:ln w="12700">
            <a:solidFill>
              <a:srgbClr val="DDD8C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97280"/>
            <a:ext cx="8229600" cy="333756"/>
          </a:xfrm>
          <a:prstGeom prst="rect">
            <a:avLst/>
          </a:prstGeom>
          <a:solidFill>
            <a:srgbClr val="181715"/>
          </a:solidFill>
          <a:ln w="12700">
            <a:solidFill>
              <a:srgbClr val="18171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097280"/>
            <a:ext cx="9144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기간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737360" y="1097280"/>
            <a:ext cx="576072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작업 내용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680960" y="1097280"/>
            <a:ext cx="9144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상태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1431036"/>
            <a:ext cx="8229600" cy="333756"/>
          </a:xfrm>
          <a:prstGeom prst="rect">
            <a:avLst/>
          </a:prstGeom>
          <a:solidFill>
            <a:srgbClr val="FAF9F5"/>
          </a:solidFill>
          <a:ln w="6350">
            <a:solidFill>
              <a:srgbClr val="DDD8C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1431036"/>
            <a:ext cx="105156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6A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1~2주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737360" y="1431036"/>
            <a:ext cx="576072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141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기획 · 아키텍처 설계 · 환경 설정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635240" y="1485900"/>
            <a:ext cx="914400" cy="219456"/>
          </a:xfrm>
          <a:prstGeom prst="rect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35240" y="1485900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65F4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✅ 완료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" y="1764792"/>
            <a:ext cx="8229600" cy="333756"/>
          </a:xfrm>
          <a:prstGeom prst="rect">
            <a:avLst/>
          </a:prstGeom>
          <a:solidFill>
            <a:srgbClr val="F4EFE7"/>
          </a:solidFill>
          <a:ln w="6350">
            <a:solidFill>
              <a:srgbClr val="DDD8C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1764792"/>
            <a:ext cx="105156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6A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3~4주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737360" y="1764792"/>
            <a:ext cx="576072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141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CRUD · Diary Entity · Repository · UseCase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635240" y="1819656"/>
            <a:ext cx="914400" cy="219456"/>
          </a:xfrm>
          <a:prstGeom prst="rect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35240" y="1819656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65F4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✅ 완료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57200" y="2098548"/>
            <a:ext cx="8229600" cy="333756"/>
          </a:xfrm>
          <a:prstGeom prst="rect">
            <a:avLst/>
          </a:prstGeom>
          <a:solidFill>
            <a:srgbClr val="FAF9F5"/>
          </a:solidFill>
          <a:ln w="6350">
            <a:solidFill>
              <a:srgbClr val="DDD8C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2098548"/>
            <a:ext cx="105156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6A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5~6주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737360" y="2098548"/>
            <a:ext cx="576072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141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주제/프롬프트 시스템 · AI 프롬프트 생성 모달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635240" y="2153412"/>
            <a:ext cx="914400" cy="219456"/>
          </a:xfrm>
          <a:prstGeom prst="rect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35240" y="2153412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65F4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✅ 완료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57200" y="2432304"/>
            <a:ext cx="8229600" cy="333756"/>
          </a:xfrm>
          <a:prstGeom prst="rect">
            <a:avLst/>
          </a:prstGeom>
          <a:solidFill>
            <a:srgbClr val="F4EFE7"/>
          </a:solidFill>
          <a:ln w="6350">
            <a:solidFill>
              <a:srgbClr val="DDD8C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" y="2432304"/>
            <a:ext cx="105156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6A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7~8주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737360" y="2432304"/>
            <a:ext cx="576072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141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잔디 그래프 · 캘린더 · 사이드 드로어 · 다크테마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635240" y="2487168"/>
            <a:ext cx="914400" cy="219456"/>
          </a:xfrm>
          <a:prstGeom prst="rect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35240" y="2487168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65F4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✅ 완료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57200" y="2766060"/>
            <a:ext cx="8229600" cy="333756"/>
          </a:xfrm>
          <a:prstGeom prst="rect">
            <a:avLst/>
          </a:prstGeom>
          <a:solidFill>
            <a:srgbClr val="FAF9F5"/>
          </a:solidFill>
          <a:ln w="6350">
            <a:solidFill>
              <a:srgbClr val="DDD8C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6928" y="2766060"/>
            <a:ext cx="105156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6A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9~10주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737360" y="2766060"/>
            <a:ext cx="576072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141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즐겨찾기 · 과거 기록 · 날짜 필터 · 주제 배지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635240" y="2820924"/>
            <a:ext cx="914400" cy="219456"/>
          </a:xfrm>
          <a:prstGeom prst="rect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635240" y="2820924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65F4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✅ 완료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57200" y="3099816"/>
            <a:ext cx="8229600" cy="333756"/>
          </a:xfrm>
          <a:prstGeom prst="rect">
            <a:avLst/>
          </a:prstGeom>
          <a:solidFill>
            <a:srgbClr val="F4EFE7"/>
          </a:solidFill>
          <a:ln w="6350">
            <a:solidFill>
              <a:srgbClr val="DDD8C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6928" y="3099816"/>
            <a:ext cx="105156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6A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11~12주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737360" y="3099816"/>
            <a:ext cx="576072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141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알림 · 설정 · 다크모드 · 폰트 크기 · 프로필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635240" y="3154680"/>
            <a:ext cx="914400" cy="219456"/>
          </a:xfrm>
          <a:prstGeom prst="rect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635240" y="3154680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65F4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✅ 완료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57200" y="3433572"/>
            <a:ext cx="8229600" cy="333756"/>
          </a:xfrm>
          <a:prstGeom prst="rect">
            <a:avLst/>
          </a:prstGeom>
          <a:solidFill>
            <a:srgbClr val="FAF9F5"/>
          </a:solidFill>
          <a:ln w="6350">
            <a:solidFill>
              <a:srgbClr val="DDD8C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66928" y="3433572"/>
            <a:ext cx="105156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6A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13~14주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737360" y="3433572"/>
            <a:ext cx="576072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141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단위 테스트 11개 · ADR 3개 · 문서화 · 발표 준비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635240" y="3488436"/>
            <a:ext cx="914400" cy="219456"/>
          </a:xfrm>
          <a:prstGeom prst="rect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635240" y="3488436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65F4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✅ 완료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57200" y="4846320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8B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morning pages  |  앱프로그래밍응용 최종 발표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E8B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C78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CHAPTER 05  —  구현 시행착오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41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구현 시행착오 &amp; 해결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6A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ADR에 결정 근거를 기록해 추적 가능하게 관리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8229600" cy="10973"/>
          </a:xfrm>
          <a:prstGeom prst="rect">
            <a:avLst/>
          </a:prstGeom>
          <a:solidFill>
            <a:srgbClr val="DDD8CF"/>
          </a:solidFill>
          <a:ln w="12700">
            <a:solidFill>
              <a:srgbClr val="DDD8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15568"/>
            <a:ext cx="3657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C78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868680" y="1115568"/>
            <a:ext cx="3200400" cy="1078992"/>
          </a:xfrm>
          <a:prstGeom prst="rect">
            <a:avLst/>
          </a:prstGeom>
          <a:solidFill>
            <a:srgbClr val="EFE9DE"/>
          </a:solidFill>
          <a:ln w="12700">
            <a:solidFill>
              <a:srgbClr val="EFE9D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1115568"/>
            <a:ext cx="50292" cy="1078992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12070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C78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987552" y="1389888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41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expo-notifications Expo Go 에러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160520" y="1115568"/>
            <a:ext cx="36576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C78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572000" y="1115568"/>
            <a:ext cx="4114800" cy="1078992"/>
          </a:xfrm>
          <a:prstGeom prst="rect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90872" y="12070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65F4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해결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690872" y="1389888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65F4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import('expo-notifications')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65F4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Expo Go 환경 감지 후 우회 처리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2350008"/>
            <a:ext cx="3657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A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868680" y="2350008"/>
            <a:ext cx="3200400" cy="1078992"/>
          </a:xfrm>
          <a:prstGeom prst="rect">
            <a:avLst/>
          </a:prstGeom>
          <a:solidFill>
            <a:srgbClr val="EFE9DE"/>
          </a:solidFill>
          <a:ln w="12700">
            <a:solidFill>
              <a:srgbClr val="EFE9D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" y="2350008"/>
            <a:ext cx="50292" cy="1078992"/>
          </a:xfrm>
          <a:prstGeom prst="rect">
            <a:avLst/>
          </a:prstGeom>
          <a:solidFill>
            <a:srgbClr val="E8A55A"/>
          </a:solidFill>
          <a:ln w="12700">
            <a:solidFill>
              <a:srgbClr val="E8A5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87552" y="244144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987552" y="2624328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41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잔디 툴팁이 overflow:hidden에 잘림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160520" y="2350008"/>
            <a:ext cx="36576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A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4572000" y="2350008"/>
            <a:ext cx="4114800" cy="1078992"/>
          </a:xfrm>
          <a:prstGeom prst="rect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90872" y="244144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65F4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해결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690872" y="2624328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65F4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ScrollView 외부로 툴팁 분리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65F4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절대좌표 + measureInWindow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3584448"/>
            <a:ext cx="3657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DB8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868680" y="3584448"/>
            <a:ext cx="3200400" cy="1078992"/>
          </a:xfrm>
          <a:prstGeom prst="rect">
            <a:avLst/>
          </a:prstGeom>
          <a:solidFill>
            <a:srgbClr val="EFE9DE"/>
          </a:solidFill>
          <a:ln w="12700">
            <a:solidFill>
              <a:srgbClr val="EFE9D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68680" y="3584448"/>
            <a:ext cx="50292" cy="1078992"/>
          </a:xfrm>
          <a:prstGeom prst="rect">
            <a:avLst/>
          </a:prstGeom>
          <a:solidFill>
            <a:srgbClr val="5DB8A6"/>
          </a:solidFill>
          <a:ln w="12700">
            <a:solidFill>
              <a:srgbClr val="5DB8A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87552" y="367588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DB8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987552" y="3858768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41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AsyncStorage vs SQLite 선택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160520" y="3584448"/>
            <a:ext cx="36576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DB8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4572000" y="3584448"/>
            <a:ext cx="4114800" cy="1078992"/>
          </a:xfrm>
          <a:prstGeom prst="rect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90872" y="367588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65F4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해결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690872" y="3858768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65F4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일기 앱 규모에서 복잡한 JOIN 불필요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65F4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오프라인 우선 · 설정 단순화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57200" y="4846320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8B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morning pages  |  앱프로그래밍응용 최종 발표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E8B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C78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CHAPTER 06  —  테스트 &amp; ADR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41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 품질 관리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6A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단위 테스트 · 통합 테스트 · 아키텍처 의사결정 기록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8229600" cy="10973"/>
          </a:xfrm>
          <a:prstGeom prst="rect">
            <a:avLst/>
          </a:prstGeom>
          <a:solidFill>
            <a:srgbClr val="DDD8CF"/>
          </a:solidFill>
          <a:ln w="12700">
            <a:solidFill>
              <a:srgbClr val="DDD8C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15568"/>
            <a:ext cx="4160520" cy="3383280"/>
          </a:xfrm>
          <a:prstGeom prst="rect">
            <a:avLst/>
          </a:prstGeom>
          <a:solidFill>
            <a:srgbClr val="EFE9DE"/>
          </a:solidFill>
          <a:ln w="12700">
            <a:solidFill>
              <a:srgbClr val="EFE9D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23444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1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🧪  테스트 결과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6002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C78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40080" y="210312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C6A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 통과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993392" y="16002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C78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993392" y="210312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C6A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테스트 파일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346704" y="16002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C78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100%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346704" y="210312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C6A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통과율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40080" y="2450592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6A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✅ SaveDiaryUseCase — 빈 내용 저장 방지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0080" y="283464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6A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✅ SaveDiaryUseCase — 날짜 설정 검증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40080" y="3218688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6A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✅ DiaryRepository — CRUD 전체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0080" y="3602736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6A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✅ DiaryRepository — 즐겨찾기 토글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0080" y="3986784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6A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✅ 비행기 모드 — 전체 기능 정상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846320" y="1115568"/>
            <a:ext cx="3840480" cy="3383280"/>
          </a:xfrm>
          <a:prstGeom prst="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0" y="123444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1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📋  ADR (Architecture Decision Record)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29200" y="166420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ADR-001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029200" y="189280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41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AsyncStorage 채택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0" y="2139696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6A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오프라인 우선 · 개인 데이터 기기 보관 · 설정 단순화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029200" y="265176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ADR-002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029200" y="288036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41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Expo Managed Workflow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29200" y="3127248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6A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빠른 개발 · Expo Go 테스트 · EAS 빌드 자동화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029200" y="36393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ADR-003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029200" y="386791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41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Layered Architecture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029200" y="411480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6A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테스트 용이 · 변경 격리 · AI Agent 협업 용이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57200" y="4846320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8B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morning pages  |  앱프로그래밍응용 최종 발표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E8B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C78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CHAPTER 07  —  개발 환경 &amp; 빌드·배포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41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개발 환경 &amp; 빌드·배포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6A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3단계 설치, 클라우드 빌드로 APK 자동 생성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8229600" cy="10973"/>
          </a:xfrm>
          <a:prstGeom prst="rect">
            <a:avLst/>
          </a:prstGeom>
          <a:solidFill>
            <a:srgbClr val="DDD8CF"/>
          </a:solidFill>
          <a:ln w="12700">
            <a:solidFill>
              <a:srgbClr val="DDD8C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15568"/>
            <a:ext cx="4160520" cy="3383280"/>
          </a:xfrm>
          <a:prstGeom prst="rect">
            <a:avLst/>
          </a:prstGeom>
          <a:solidFill>
            <a:srgbClr val="EFE9DE"/>
          </a:solidFill>
          <a:ln w="12700">
            <a:solidFill>
              <a:srgbClr val="EFE9D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23444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1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🛠  개발 환경 설정 (3단계)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1700784"/>
            <a:ext cx="320040" cy="320040"/>
          </a:xfrm>
          <a:prstGeom prst="ellipse">
            <a:avLst/>
          </a:prstGeom>
          <a:solidFill>
            <a:srgbClr val="CC785C"/>
          </a:solidFill>
          <a:ln w="12700">
            <a:solidFill>
              <a:srgbClr val="CC78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70078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51560" y="16642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41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git clone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51560" y="193852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6A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GitHub에서 소스 복제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40080" y="2615184"/>
            <a:ext cx="320040" cy="320040"/>
          </a:xfrm>
          <a:prstGeom prst="ellipse">
            <a:avLst/>
          </a:prstGeom>
          <a:solidFill>
            <a:srgbClr val="CC785C"/>
          </a:solidFill>
          <a:ln w="12700">
            <a:solidFill>
              <a:srgbClr val="CC78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61518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51560" y="25786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41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npm install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51560" y="285292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6A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의존성 패키지 설치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40080" y="3529584"/>
            <a:ext cx="320040" cy="320040"/>
          </a:xfrm>
          <a:prstGeom prst="ellipse">
            <a:avLst/>
          </a:prstGeom>
          <a:solidFill>
            <a:srgbClr val="CC785C"/>
          </a:solidFill>
          <a:ln w="12700">
            <a:solidFill>
              <a:srgbClr val="CC78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52958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51560" y="34930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41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npx expo start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51560" y="376732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6A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Expo Go QR 코드 스캔 → 즉시 실행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40080" y="416052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8B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Node.js 20 LTS · Expo Go 앱만 있으면 5분 안에 실행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846320" y="1115568"/>
            <a:ext cx="3840480" cy="3383280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0" y="12344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1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🚀  빌드 &amp; 배포 (EAS Build)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029200" y="1700784"/>
            <a:ext cx="566928" cy="237744"/>
          </a:xfrm>
          <a:prstGeom prst="rect">
            <a:avLst/>
          </a:prstGeom>
          <a:solidFill>
            <a:srgbClr val="E8A55A"/>
          </a:solidFill>
          <a:ln w="12700">
            <a:solidFill>
              <a:srgbClr val="E8A55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0" y="1700784"/>
            <a:ext cx="5669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개발 중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5669280" y="1664208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141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Expo Go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669280" y="1938528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C6A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QR 코드 → 실시간 확인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C6A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(APK 빌드 없이 즉시 테스트)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029200" y="2615184"/>
            <a:ext cx="566928" cy="237744"/>
          </a:xfrm>
          <a:prstGeom prst="rect">
            <a:avLst/>
          </a:prstGeom>
          <a:solidFill>
            <a:srgbClr val="E8A55A"/>
          </a:solidFill>
          <a:ln w="12700">
            <a:solidFill>
              <a:srgbClr val="E8A55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0" y="2615184"/>
            <a:ext cx="5669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테스트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5669280" y="2578608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141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eas build --profile preview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669280" y="2852928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C6A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클라우드 APK 자동 생성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C6A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실기기 설치 · 검증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029200" y="3529584"/>
            <a:ext cx="566928" cy="237744"/>
          </a:xfrm>
          <a:prstGeom prst="rect">
            <a:avLst/>
          </a:prstGeom>
          <a:solidFill>
            <a:srgbClr val="E8A55A"/>
          </a:solidFill>
          <a:ln w="12700">
            <a:solidFill>
              <a:srgbClr val="E8A55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0" y="3529584"/>
            <a:ext cx="5669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배포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5669280" y="3493008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141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eas build --profile production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669280" y="3767328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C6A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서명된 릴리즈 APK 생성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C6A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Expo 대시보드에서 다운로드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57200" y="4846320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8B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morning pages  |  앱프로그래밍응용 최종 발표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E8B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C78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CHAPTER 08  —  향후 발전 방향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41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활용 방안 &amp; 향후 발전 방향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6A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아침 일기 습관을 더 쉽게, 더 풍부하게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8229600" cy="10973"/>
          </a:xfrm>
          <a:prstGeom prst="rect">
            <a:avLst/>
          </a:prstGeom>
          <a:solidFill>
            <a:srgbClr val="DDD8CF"/>
          </a:solidFill>
          <a:ln w="12700">
            <a:solidFill>
              <a:srgbClr val="DDD8C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15568"/>
            <a:ext cx="2743200" cy="3383280"/>
          </a:xfrm>
          <a:prstGeom prst="rect">
            <a:avLst/>
          </a:prstGeom>
          <a:solidFill>
            <a:srgbClr val="EFE9DE"/>
          </a:solidFill>
          <a:ln w="12700">
            <a:solidFill>
              <a:srgbClr val="EFE9D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15568"/>
            <a:ext cx="2743200" cy="59436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234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78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21792" y="155448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🤖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621792" y="208483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1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주제 생성 자동화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1792" y="2487168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6A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현재: ChatGPT/Claude에 복사-붙여넣기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C6A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API 직접 연동으로 원탭 주제 생성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C6A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개인화 프롬프트 추천 알고리즘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337560" y="1115568"/>
            <a:ext cx="2743200" cy="3383280"/>
          </a:xfrm>
          <a:prstGeom prst="rect">
            <a:avLst/>
          </a:prstGeom>
          <a:solidFill>
            <a:srgbClr val="EFE9DE"/>
          </a:solidFill>
          <a:ln w="12700">
            <a:solidFill>
              <a:srgbClr val="EFE9D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37560" y="1115568"/>
            <a:ext cx="2743200" cy="59436"/>
          </a:xfrm>
          <a:prstGeom prst="rect">
            <a:avLst/>
          </a:prstGeom>
          <a:solidFill>
            <a:srgbClr val="E8A55A"/>
          </a:solidFill>
          <a:ln w="12700">
            <a:solidFill>
              <a:srgbClr val="E8A5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02152" y="1234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502152" y="155448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☁️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3502152" y="208483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1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클라우드 동기화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502152" y="2487168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6A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현재: 기기 내 로컬 저장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C6A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로그인 추가 시 기기 간 공유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C6A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백업 · 복원 기능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217920" y="1115568"/>
            <a:ext cx="2743200" cy="3383280"/>
          </a:xfrm>
          <a:prstGeom prst="rect">
            <a:avLst/>
          </a:prstGeom>
          <a:solidFill>
            <a:srgbClr val="EFE9DE"/>
          </a:solidFill>
          <a:ln w="12700">
            <a:solidFill>
              <a:srgbClr val="EFE9D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17920" y="1115568"/>
            <a:ext cx="2743200" cy="59436"/>
          </a:xfrm>
          <a:prstGeom prst="rect">
            <a:avLst/>
          </a:prstGeom>
          <a:solidFill>
            <a:srgbClr val="5DB8A6"/>
          </a:solidFill>
          <a:ln w="12700">
            <a:solidFill>
              <a:srgbClr val="5DB8A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82512" y="1234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DB8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82512" y="155448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📈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6382512" y="208483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1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습관 통계 대시보드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382512" y="2487168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6A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연속 작성일 기록 · 스트릭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C6A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주제별 일기 분포 시각화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C6A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월간 리포트 자동 생성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57200" y="4846320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8B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morning pages  |  앱프로그래밍응용 최종 발표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E8B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CC78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731520"/>
            <a:ext cx="3200400" cy="3200400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589520" y="3474720"/>
            <a:ext cx="2011680" cy="2011680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>
                    <a:alpha val="3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AD4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DEMO &amp; CLOSING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시연 데모 🎬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AD4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Morning Pages는 단순한 일기 앱이 아닙니다.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AD4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하루를 내가 설계하는 2분의 습관입니다.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743200"/>
            <a:ext cx="2743200" cy="1691640"/>
          </a:xfrm>
          <a:prstGeom prst="rect">
            <a:avLst/>
          </a:prstGeom>
          <a:solidFill>
            <a:srgbClr val="B86848"/>
          </a:solidFill>
          <a:ln w="12700">
            <a:solidFill>
              <a:srgbClr val="B868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8346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🏠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57200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홈 화면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61188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AD4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슬로건 · 잔디 그래프 확인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337560" y="2743200"/>
            <a:ext cx="2743200" cy="1691640"/>
          </a:xfrm>
          <a:prstGeom prst="rect">
            <a:avLst/>
          </a:prstGeom>
          <a:solidFill>
            <a:srgbClr val="B86848"/>
          </a:solidFill>
          <a:ln w="12700">
            <a:solidFill>
              <a:srgbClr val="B8684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28346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✍️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337560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일기 작성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37560" y="361188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AD4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주제 선택 · 한 문장 입력 · 저장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217920" y="2743200"/>
            <a:ext cx="2743200" cy="1691640"/>
          </a:xfrm>
          <a:prstGeom prst="rect">
            <a:avLst/>
          </a:prstGeom>
          <a:solidFill>
            <a:srgbClr val="B86848"/>
          </a:solidFill>
          <a:ln w="12700">
            <a:solidFill>
              <a:srgbClr val="B8684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28346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📅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217920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캘린더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17920" y="361188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AD4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날짜 점 · 과거 기록 필터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772400" y="489204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AD4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morning pages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Morning Pages — 최종 발표</dc:title>
  <dc:subject>PptxGenJS Presentation</dc:subject>
  <dc:creator>PptxGenJS</dc:creator>
  <cp:lastModifiedBy>PptxGenJS</cp:lastModifiedBy>
  <cp:revision>1</cp:revision>
  <dcterms:created xsi:type="dcterms:W3CDTF">2026-06-15T02:19:48Z</dcterms:created>
  <dcterms:modified xsi:type="dcterms:W3CDTF">2026-06-15T02:19:48Z</dcterms:modified>
</cp:coreProperties>
</file>